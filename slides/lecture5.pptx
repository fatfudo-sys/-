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85800" y="2834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— 六講 × 2 小時 · 3 學分等級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32004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經典設計分析(八大案例)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4526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讀懂經典:每一款傳世之作都在回答一個時代問題。先給工具(五構面分析法),再用八個案例示範用法 — 期中報告用同一把刀解剖第九款。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5532120"/>
            <a:ext cx="1042416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設計史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892808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案例研究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19272" y="5532120"/>
            <a:ext cx="1700784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五構面分析法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74175" y="411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5 · 120 min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LEARNING OBJECTIVES &amp;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學習目標與課堂時間配置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201400" cy="1051560"/>
          </a:xfrm>
          <a:prstGeom prst="rect">
            <a:avLst/>
          </a:prstGeom>
          <a:solidFill>
            <a:srgbClr val="EAF1FC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  </a:t>
            </a:r>
            <a:pPr indent="0" marL="0">
              <a:buNone/>
            </a:pPr>
            <a:r>
              <a:rPr lang="en-US" sz="13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能獨立運用五構面分析法解剖任一款產品;能歸納「技術 × 情境 × 敘事」三力對齊的成功模式;能辨識「偉大產品」與「成功產品」的差異。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97480"/>
          <a:ext cx="11201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7269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0:00–0:10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方法論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五構面分析法:脈絡/聲學/工業設計/商業/傳承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0:10–1:10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案例 I–IV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DT 48 → HD 414 → HD 600 家族 → Stax 靜電系譜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1:10–1:20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休息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1:20–1:50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案例 V–VIII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Sony 雙生 → Bose QC → Beats → AirPods 系列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1:50–2:00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報告命題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期中報告題目認領與評分基準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第5講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目標與配置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五構面分析法(本課核心工具)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3112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設計脈絡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9224" y="1938528"/>
            <a:ext cx="32705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誰、何時、為了什麼問題而設計?當時的技術與市場條件為何?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322064" y="1463040"/>
            <a:ext cx="3563112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8368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聲學架構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68368" y="1938528"/>
            <a:ext cx="32705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換能器、腔體、調音哲學;它打出的「一手好牌」與付出的代價。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141208" y="1463040"/>
            <a:ext cx="3563112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7512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工業設計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87512" y="1938528"/>
            <a:ext cx="32705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形式語彙、材料、人因、CMF;辨識度從何而來?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02920" y="4014216"/>
            <a:ext cx="3563112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105656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商業影響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" y="4489704"/>
            <a:ext cx="32705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銷售、定價、品類創造或改寫;它改變了誰的損益表?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4322064" y="4014216"/>
            <a:ext cx="3563112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8368" y="4105656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設計傳承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68368" y="4489704"/>
            <a:ext cx="32705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它的 DNA 活在今日哪些產品裡?哪些決策被證明是對的、錯的?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8141208" y="4014216"/>
            <a:ext cx="3563112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7512" y="4105656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使用要領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87512" y="4489704"/>
            <a:ext cx="32705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五構面必須互相解釋:聲學選擇由脈絡說明、商業結果回溯設計決策 — 寫成五段互不相干的百科條目是期中報告最常見的死法。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第5講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五構面分析法(本課核心工具)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 · 1937 · 德國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Beyerdynamic DT 48 —「工具」的原型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813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設計脈絡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34640" y="1481328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廣播電台與測聽醫學需要可信賴、可重複的監聽儀器 — 客戶是工程師與醫師,不是樂迷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7744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聲學架構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34640" y="2377440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第一款商用動圈耳機;密閉式、高夾持力 — 一切為隔音與一致性服務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02920" y="3273552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7355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工業設計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34640" y="3273552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金屬殼、可換件、零裝飾 —「儀器美學」:形式完全服從校準與維修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02920" y="4169664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696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商業影響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34640" y="4169664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1937 連續生產至 2012,75 年 — 專業市場以「不變」為最高美德,產品壽命即品牌信譽複利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06577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設計傳承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34640" y="5065776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「監聽耳機=可維修的儀器」直通 HD 25、CD900ST;反面教訓:專業使用者同樣是人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第5講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Beyerdynamic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 · 1968 · 德國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Sennheiser HD 414 — 一次真正的典範轉移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813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設計脈絡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34640" y="1481328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1960 年代耳機=密閉、沉重、坐著聽;Sennheiser 想做「戴著也輕鬆」的家用耳機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7744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聲學架構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34640" y="2377440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史上第一款開放式:後波自由輻射 → 消滅駐波與壓迫感;代價:零隔音 — 架構發明而非參數改良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02920" y="3273552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7355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工業設計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34640" y="3273552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110 g 超輕 + 鮮黃海綿:黃色是把「輕盈」變成視覺語言的 CMF 決策 — 耳機史上第一個「顏色即品牌」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02920" y="4169664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696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商業影響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34640" y="4169664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售出逾一千萬副,史上最暢銷之一;把耳機從器材配件變成大眾消費品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06577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設計傳承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34640" y="5065776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「開放式=自然聲」統治發燒圈至今;黃海綿成為 Sennheiser 圖騰(復刻不斷)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第5講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Sennheiser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 · 1993–2003 · 德國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Sennheiser HD 580/600/650 —「中性」的公約數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813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設計脈絡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34640" y="1481328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1990 年代發燒市場需要「參考級但買得起、用得久」的答案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7744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聲學架構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34640" y="2377440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斜置單體模擬近場喇叭入射角、開放障板、貼近擴散場而低頻略暖 — HD 600 頻響至今是「中性」教學範本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02920" y="3273552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7355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工業設計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34640" y="3273552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全件可拆換(單體、墊、頭帶、線)— 三十年後仍能買到每一顆零件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02920" y="4169664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696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商業影響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34640" y="4169664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三十年不改架構持續熱銷 —「平台長壽」策略:一次做對,靠零件與信譽收穫數十年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06577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設計傳承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34640" y="5065776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所有「中性參考」定位耳機的座標原點;「可維修性=品牌資產」的最佳實證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第5講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Sennheiser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4 · 1959– · 日本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Stax 靜電系譜 — 守住物理極限的六十年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813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設計脈絡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34640" y="1481328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1959 年的 Stax 問的不是市場問題,是物理問題:換能器的極限在哪裡?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7744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聲學架構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34640" y="2377440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靜電架構:微米級帶電膜、面驅動、移動質量接近空氣;Pro 偏壓 580 V 自建封閉技術體系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02920" y="3273552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7355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工業設計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34640" y="3273552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方形大障板、鏤空定子外露 — 技術本身就是造型;數十年僅微調,辨識度靠「不變」累積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02920" y="4169664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696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商業影響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34640" y="4169664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永遠的極小眾;2011 年由中國漫步者(Edifier)收購後品牌與產線延續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06577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設計傳承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34640" y="5065776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「解析天花板」心智定位六十年未被奪走;HE-1、CRBN、KSE1200 皆是致敬與挑戰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第5講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5 · 1989 · 日本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Sony CD900ST 與 MDR-R10 — 雙生策略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813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設計脈絡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34640" y="1481328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同一年、同一家公司、兩個極端:錄音室標準機 vs US$2,500 工藝旗艦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7744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聲學架構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34640" y="2377440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CD900ST:密閉直白耐操可修,日本錄音室事實標準、量產至今;R10:生物纖維素振膜+櫸木殼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02920" y="3273552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7355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工業設計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34640" y="3273552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R10 的木殼與工藝是「材料=故事」的極致;CD900ST 是「儀器美學」的日本詮釋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02920" y="4169664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696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商業影響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34640" y="4169664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專業標準機賺「信譽」,工藝旗艦賺「敘事」— 兩者共同反哺消費線(WH-1000X 的技術背書)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06577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設計傳承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34640" y="5065776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產品組合策略的最早成熟示範;R10 生物纖維素血脈延續於 Fostex 高階線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第5講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Sony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6 · 2000 · 美國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Bose QuietComfort — 重新定義購買理由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813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設計脈絡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34640" y="1481328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Amar Bose 1978 年跨大西洋航班被引擎噪音擊敗,回程即計算 ANC 可行性;軍規先行,2000 年民用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7744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聲學架構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34640" y="2377440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回授式 ANC + 密閉耳罩;音質評價平平 — 但這不是它要贏的軸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02920" y="3273552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7355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工業設計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34640" y="3273552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低調、輕量、旅行摺疊+收納盒 — 為「機艙」這個情境而生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02920" y="4169664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696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商業影響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34640" y="4169664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販賣「安靜」而非「音質」:把購買理由從性能軸換到情境軸;機場體驗店是教科書級情境行銷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06577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設計傳承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34640" y="5065776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今日每一副 ANC 旗艦都活在 QC 開創的品類裡;「以情境定義產品」成為消費電子標準劇本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第5講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7 · 2008 · 美國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Beats by Dre — 意義軸的勝利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813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設計脈絡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34640" y="1481328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iPod 白線氾濫;Dre 與 Iovine 判斷:年輕人願為「身份」付 300 美元,不願為「頻響」付 100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7744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聲學架構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34640" y="2377440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初代低頻大幅抬升、被工程界群嘲 — 但調音本身就是風格宣言(嘻哈低音文化)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02920" y="3273552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7355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工業設計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34640" y="3273552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亮面烤漆、紅線、金屬「b」— 100 公尺可辨識;耳機第一次被設計成「戴在頭上的球鞋」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02920" y="4169664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696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商業影響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34640" y="4169664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名人佩戴取代規格表;2014 年 Apple 以 30 億美元收購 — 資本市場為品牌敘事標價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06577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設計傳承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34640" y="5065776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全行業補修「設計 × 行銷」學分;敘事贏得市場後工程悄悄補課 — 但這種機會只有一次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第5講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Beats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8 · 2016– · 美國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Apple AirPods / Pro / Max — 品類的重新定義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813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設計脈絡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34640" y="1481328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iPhone 7 取消耳機孔 — Apple 自己製造問題,再自己販售答案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7744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聲學架構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34640" y="2377440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初代:真正發明是 W1 晶片與充電盒;Pro 補聲學課:耐洩漏前庭+自適應 EQ+混合 ANC;Max:CNC 鋁+數位錶冠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02920" y="3273552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7355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工業設計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34640" y="3273552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白色柄=行走的廣告;柄式 vs 豆式之爭定義 TWS 兩大形態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02920" y="4169664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696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商業影響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34640" y="4169664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AirPods 營收一度超過 Spotify 全公司;生態系鎖定使競品在 iPhone 用戶中近乎無法競爭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06577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設計傳承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34640" y="5065776"/>
            <a:ext cx="8869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TWS 品類形態由它定型;第五次情境轉移由它完成;OTC 助聽功能開啟第六次轉移序章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第5講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跨案例歸納:三力定律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2103120"/>
                <a:gridCol w="2194560"/>
                <a:gridCol w="2606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案例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技術能力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使用情境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品牌敘事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DT 48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開創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精準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 儀器信譽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75 年長壽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HD 414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架構發明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家用輕鬆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黃色圖騰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千萬銷量,典範轉移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HD 600 家族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平台完成度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發燒參考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中性公約數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三十年平台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Stax / R10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物理/工藝極限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△ 極小眾/模糊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◎/○ 天花板/傳說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小而不倒 / 商業註腳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QC 系列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 ANC 領先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機艙通勤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「安靜」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品類開創與長期壟斷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Beats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△ 後補課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街頭運動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身份符號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億美元收購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AirPods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系統工程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手機日常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 生態系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品類重定義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0644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三力皆強者成經典;缺敘事者成業內傳說(R10);缺技術者若敘事夠強可「先贏後補課」(Beats)— 但只有一次機會。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第5講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跨案例歸納:三力定律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重點整理 — 帶得走的觀念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37944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五構面分析法的靈魂是「互相解釋」:聲學決策由脈絡說明、商業結果回溯設計決策。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770632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1576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三力定律:技術 × 情境 × 敘事 — 對齊者成經典,缺位者命運可預測。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6484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專業市場的複利是「不變」(DT 48、CD900ST),消費市場的複利是「平台」(HD 600、AirPods)。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4636008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5811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架構發明(HD 414 開放式)&gt; 參數改良;真正的典範轉移都改寫了「耳機該是什麼」的定義。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第5講 · 經典設計分析(八大案例)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HOMEWORK &amp;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課後作業與下一講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期中報告(20%,兩週後繳交)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自八案例之外另選一款具歷史意義的耳機(AKG K1000、Etymotic ER4、Grado SR60、Audeze LCD-2、WH-1000XM3、Focal Utopia、水月雨 Blessing 2…),以五構面分析法撰寫 2,500 字以上: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(a) 自繪聲學架構示意圖一張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(b) 設計傳承譜系圖一張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(c) 至少三個可查證的量化事實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評分:構面互相解釋 50%、事實密度 30%、圖面品質 20%。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26680" y="146304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691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B6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課前閱讀(第六講)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0" y="2148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Harman 併購史整理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Chi-Fi 現象報導選讀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7955280" y="46177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3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下一講:品牌研究、市場策略與未來趨勢 — 品牌是被聽見的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第5講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2026-07-24T01:39:59Z</dcterms:created>
  <dcterms:modified xsi:type="dcterms:W3CDTF">2026-07-24T01:39:59Z</dcterms:modified>
</cp:coreProperties>
</file>