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— 六講 × 2 小時 · 3 學分等級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聲學基礎與心理聲學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耳朵是喇叭的一部分:從波動物理建立「外耳即濾波器」的核心觀念,再把「好聲音」從玄學變成科學 — 目標曲線與偏好統計。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聲學物理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12264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心理聲學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38728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HRTF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65192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目標曲線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91656" y="5532120"/>
            <a:ext cx="235915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Harman 研究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74175" y="411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 · 120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LEARNING OBJECTIVES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學習目標與課堂時間配置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1051560"/>
          </a:xfrm>
          <a:prstGeom prst="rect">
            <a:avLst/>
          </a:prstGeom>
          <a:solidFill>
            <a:srgbClr val="EAF1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  </a:t>
            </a:r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能用波長尺度推理各頻段行為;能推導耳道四分之一波長共振並解釋 3 kHz 耳增益;能區分 FF/DF/Harman 目標的理論基礎;能用頻段語言描述聲音差異。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9748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7269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波動物理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SPL 與 dB 數字語感、波長尺度效應、共振與駐波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0:25–0:55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外耳聲學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增益鏈、耳道共振推導、HRTF、耳機的三個「劫持點」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0:55–1:15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心理聲學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等響曲線、遮蔽、頭中定位、堵耳效應、JND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1:15–1:25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1:25–1:50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目標曲線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FF → DF → Harman → 5128 世代;偏好分群研究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1:50–2:00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聆聽實驗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同一耳機套三種目標曲線之 A/B 盲聽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第2講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目標與配置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DECIBEL LITERACY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數字語感:設計者的直覺基礎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dB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1264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聲壓加倍(振膜位移加倍)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SPL = 20·log₁₀(p/p₀),p₀ = 20 µPa;聽閾至痛閾相差一百萬倍。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816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960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dB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3788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主觀「兩倍大聲」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644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 dB 才是聲功率加倍;三者混用正是行銷話術的藏身處。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340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484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0.5–1 dB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6312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恰可辨差 JND(訓練有素聽者)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7168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決定一切工程公差;A/B 測試不做電平匹配(±0.5 dB),「比較大聲」永遠贏。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常見基準:安靜房間 ~30 dB、對話 ~65 dB、通勤地鐵 ~80–90 dB、演唱會 ~100–110 dB。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第2講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數字語感:設計者的直覺基礎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WAVELENGTH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波長:耳機聲學的第一直覺(λ = c/f)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8183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頻率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波長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與耳機尺度的關係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Hz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17.2 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遠大於耳機尺寸 → 集中參數區:只有體積、質量、阻尼有意義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kHz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34.3 cm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接近頭部尺度 → HRTF 繞射效應的主場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kHz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11.4 cm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四分之一波長 ≈ 2.9 cm ≈ 耳道長度 → 耳增益共振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kHz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3.4 cm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與耳廓、腔體同尺度 → 駐波與模態,對幾何極度敏感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kHz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1.7 cm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與耳道直徑同尺度 → 治具假影區、個體差異最大區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看到頻響圖上的任何特徵,先算波長:低頻找體積與洩漏、中頻找頭部、高頻找腔體幾何 — 解釋八成測量現象。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第2講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波長:耳機聲學的第一直覺(λ = c/f)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EAR CANAL RESONANCE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外耳增益鏈與耳道共振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2014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耳道 ≈ 一端封閉的 25 mm 閉管 → 四分之一波長共振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f₁ = c / 4L ≈ 343 / (4 × 0.025) ≈ 3.4 kHz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11201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增益鏈:軀幹/肩膀反射 → 頭部繞射 → 耳廓與耳甲腔方向性反射(4–10 kHz) → 耳道共振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耳道共振 + 耳甲腔共振(4–5 kHz)疊加 → 人耳在 2–4 kHz 有 15–20 dB 總增益(「耳增益」)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這正是人聲子音與嬰兒哭聲的頻段 — 演化把靈敏度峰值放在生存最需要的地方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整條增益鏈隨聲源方向而變,合稱 HRTF — 每個人的 HRTF 如指紋般獨特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502920" y="589788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耳機的「劫持點」:耳罩式保留耳廓濾波;IEM 完全繞過耳廓 → 必須把耳增益「做回」調音之中。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第2講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外耳增益鏈與耳道共振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PSYCHOACOUSTICS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心理聲學現象與設計後果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  <a:gridCol w="5715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現象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機制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設計後果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等響曲線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小音量時人耳對低/高頻相對不敏感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小聲聽必然單薄 → 響度補償 DSP;試聽音量是行銷武器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遮蔽效應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強音升高鄰近頻率聽閾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+6 dB 低頻棚遮蔽 200–500 Hz → 「糊」;低音要多而不糊須控制過渡帶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頭中定位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無串音、無方向性 HRTF 線索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聲像成於顱內 → crossfeed 與空間音訊的存在理由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堵耳效應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密封耳道使骨導自聲增益可達 20 dB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IEM 走路「咚咚聲」→ 洩壓孔、深插、或 ANC 主動抵銷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雙耳配對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大腦對左右頻譜差極敏感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左右配對 ±1.5 dB(高階 ±0.5–1 dB)是硬規格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第2講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心理聲學現象與設計後果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TARGET CURVES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三代目標曲線:從物理推導到偏好統計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365760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世代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曲線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理論基礎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評價與現況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第一代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自由場 FF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正前方無響室音源之耳膜響應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單一方向假設不符真實;過亮偏瘦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第一代改良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擴散場 DF(Theile 1986)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全方向等能量入射之平均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錄音室經典(ER4、舊 AKG/Beyer);低頻偏少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第二代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Harman(2013–19)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方法反轉:受控盲測下聽者自己調 EQ 的統計 ≈ DF + 低頻棚 + 略收高頻;OE 2018 / IE 2019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偏好分群:~64% Harman 型多數;另有嗜低頻群與嗜平淡群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第三代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B&amp;K 5128 世代(JM-1 等)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解剖學正確治具之 DF + 可調偏好斜率(−0.8~−1.6 dB/oct)+ 可調低頻棚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「一條曲線」→「曲線族+參數」;2024–25 研究 Harman 式仍獲 ~72% 偏好</a:t>
                      </a:r>
                      <a:endParaRPr lang="en-US" sz="11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第2講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三代目標曲線:從物理推導到偏好統計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USING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目標曲線的正確使用方式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四條守則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6035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它是統計中心,不是物理定律 — 偏離目標 = 偏離多數人偏好的機率上升,僅此而已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指定治具再談曲線:711 與 5128 曲線形狀不同;8 kHz 以上窄峰谷多為治具假影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公差語言:「Harman OE 2018,±2 dB(100 Hz–8 kHz)」;耳增益區 ±3 dB 即是明顯性格差異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空間音訊伏筆:雙耳渲染內容已內含 HRTF → 播放端可能需要接近 DF-flat 的專用目標(第六講回收)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12280" y="1444752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22592" y="16276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House Sound = 有意識的偏離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22592" y="2066544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Sennheiser:暖中性參考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Beyerdynamic:高頻抬升的「德式清晰」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Sony 消費線:低頻強化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是定位語言,不是誤差。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02920" y="585216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課堂實驗:同一 IEM 校至 Harman / DF / 耳膜平直三種曲線盲聽 — 現場重演偏好分群。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第2講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目標曲線的正確使用方式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重點整理 — 帶得走的觀念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先算波長:低頻找體積與洩漏、中頻找頭部、高頻找腔體幾何 — 一條直覺解釋八成測量現象。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770632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耳道 λ/4 共振(≈3.4 kHz)+ 耳甲共振 = 15–20 dB 耳增益;耳機越深入耳道,越要以調音重建它。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484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JND ≈ 0.5–1 dB:它定義工程公差,也定義「沒有電平匹配的 A/B 都是騙局」。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36008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目標曲線三代史:物理推導(FF/DF)→ 偏好統計(Harman)→ 曲線族+參數(5128 世代)。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5568696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5138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目標是統計中心;house sound 是有意識的偏離,是定位語言而非誤差。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第2講 · 聲學基礎與心理聲學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HOMEWORK &amp;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課後作業與下一講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 2(6%)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使用免費參數 EQ 與 AutoEQ 資料庫: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將一款耳機分別校正至 Harman 與擴散場目標。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盲聽比較,撰寫 600 字聆聽報告。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要求:必須以頻段語言描述(例:「2–4 kHz 收 2 dB 後人聲距離後退」),禁用孤立形容詞。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46304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6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課前閱讀(第三講)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Headphones.com 換能器技術導讀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複習電磁感應 F = B·l·i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955280" y="4617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3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下一講:換能器與電聲系統 — 力如何施加在振膜上,決定了一切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第2講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2026-07-24T01:39:59Z</dcterms:created>
  <dcterms:modified xsi:type="dcterms:W3CDTF">2026-07-24T01:39:59Z</dcterms:modified>
</cp:coreProperties>
</file>