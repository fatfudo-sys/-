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85800" y="2834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— 六講 × 2 小時 · 3 學分等級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32004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耳機的演變史、市場與產業結構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526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從電話接線生到 TWS:一部由「使用情境」驅動的設計史。任何一款耳機,都是技術能力 × 使用情境 × 商業結構的交點。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5532120"/>
            <a:ext cx="1042416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演變史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892808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市場分析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19272" y="5532120"/>
            <a:ext cx="1481328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產業供應鏈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65192" y="5532120"/>
            <a:ext cx="1042416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74175" y="411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 · 120 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LEARNING OBJECTIVES &amp;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學習目標與課堂時間配置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201400" cy="1051560"/>
          </a:xfrm>
          <a:prstGeom prst="rect">
            <a:avLst/>
          </a:prstGeom>
          <a:solidFill>
            <a:srgbClr val="EAF1FC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  </a:t>
            </a:r>
            <a:pPr indent="0" marL="0">
              <a:buNone/>
            </a:pPr>
            <a:r>
              <a:rPr lang="en-US" sz="13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能以「使用情境轉移」框架解釋耳機百年演變;能描繪市場區隔、價格帶與量值結構;能繪製完整價值鏈並指出利潤與權力所在。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97480"/>
          <a:ext cx="11201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7269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0:00–0:15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課程導論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課程架構、評量說明;核心命題:耳機是喇叭的縮小版嗎?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0:15–0:50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演變史 I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1891–1979:Baldwin → DT 48 → Koss → Stax → HD 414 → Walkman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0:50–1:10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演變史 II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1980–現在:IEM → Bose QC → Beats → AirPods;五次情境轉移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1:10–1:20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休息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1:20–1:50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市場與產業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規模、價格帶金字塔、品牌市佔、ODM/OEM 供應鏈、價值鏈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1:50–2:00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討論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下一次使用情境轉移會是什麼?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第1講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目標與配置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OPENING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耳機不是喇叭的縮小版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3112" cy="3931920"/>
          </a:xfrm>
          <a:prstGeom prst="roundRect">
            <a:avLst>
              <a:gd name="adj" fmla="val 1796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低頻機制不同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9224" y="1938528"/>
            <a:ext cx="327050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喇叭在房間靠聲功率;耳機在密閉腔內靠「壓力腔效應」— 振膜位移直接對應耳膜聲壓,10 mm 單體即可平直重播 20 Hz。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322064" y="1463040"/>
            <a:ext cx="3563112" cy="3931920"/>
          </a:xfrm>
          <a:prstGeom prst="roundRect">
            <a:avLst>
              <a:gd name="adj" fmla="val 1796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8368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「平直」的定義不同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68368" y="1938528"/>
            <a:ext cx="327050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喇叭以無響室軸向響應為準;耳機的目標響應必須內含人體自身濾波(耳增益)—「耳膜處平直」反而是錯的。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141208" y="1463040"/>
            <a:ext cx="3563112" cy="3931920"/>
          </a:xfrm>
          <a:prstGeom prst="roundRect">
            <a:avLst>
              <a:gd name="adj" fmla="val 1796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7512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個體差異是一級變數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87512" y="1938528"/>
            <a:ext cx="327050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每個人的耳廓、耳道、配戴位置都不同。喇叭工程師面對一個房間,耳機工程師面對八十億個房間。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02920" y="589788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結論:耳機是「人體的延伸聲學系統」— 一半的零件長在使用者頭上。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第1講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耳機不是喇叭的縮小版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HISTORY I · 1891–1979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奠基時代:從勞動工具到隨身革命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663440"/>
                <a:gridCol w="5166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年代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事件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設計史意義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1891–1910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電話接線生耳機;Baldwin 廚房造出高靈敏度耳機售予美國海軍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第一個殺手級應用是軍事通訊;Baldwin 破產 — 技術優勢 ≠ 商業成功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1937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Beyerdynamic DT 48:第一款商用動圈耳機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動圈架構統治至今(~95%);連續生產 75 年 — 專業市場獎勵一致性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1958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Koss SP/3:耳機本是電唱機的展示配件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立體聲唱片普及 → 第一次情境轉移:通訊 → 音樂欣賞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1959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Stax SR-1 靜電 Earspeaker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另一條路線:不求普及,追求換能器物理極限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1968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Sennheiser HD 414:史上第一款開放式,售出逾千萬副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架構發明而非參數改良;「開放式=自然」寫入行業 DNA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1979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Sony Walkman + MDR-3(45 g)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第二次轉移:居家 → 隨身;重量與靈敏度壓倒一切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第1講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奠基時代:從勞動工具到隨身革命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HISTORY II · 1980–NOW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現代時代:專業工具、時尚符號、運算平台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663440"/>
                <a:gridCol w="5166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年代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事件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設計史意義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1980s–90s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舞台 IEM(Jerry Harvey)+ Sony CD900ST 錄音室標準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第三次轉移:聆聽 → 專業工具;隔音、穩固、可維修上位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2000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Bose QuietComfort:軍規 ANC 民用化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賣「安靜」而非「音質」— 重新定義購買理由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2008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Beats by Dre:CMF + 名人敘事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第四次轉移:音質 → 身份符號;2014 年 Apple 以 30 億美元收購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2016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Apple AirPods:W1 晶片 + 充電盒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第五次轉移:配件 → 穿戴運算平台;SoC/韌體/生態系成為主體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2018–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Harman 目標、自適應 ANC、空間音訊、LE Audio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DSP 定義產品的時代;測量科學重塑調音語言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第1講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現代時代:專業工具、時尚符號、運算平台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五次使用情境轉移(本講核心框架)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3291840"/>
                <a:gridCol w="4251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轉移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驅動事件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規格的改寫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① 通訊→音樂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1958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Koss SP/3、立體聲唱片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語音頻寬 → 全頻段保真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② 居家→隨身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1979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Sony Walkman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重量、體積、靈敏度壓倒一切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③ 聆聽→專業工具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1980–90s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舞台 IEM、錄音室標準機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隔音、穩固、可維修、一致性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④ 音質→身份符號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2000–08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Bose QC、Beats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CMF 與品牌敘事進入產品定義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⑤ 配件→運算平台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2016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Apple AirPods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SoC/韌體/生態系取代被動聲學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討論:第六次轉移是什麼?判準是「哪個規格會被改寫」,而非技術炫目程度。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第1講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五次使用情境轉移(本講核心框架)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市場結構:規模與量值(2020 年代中期)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8308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US$ 500–600 億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12648" y="288036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全球耳機市場年銷售額量級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4069080"/>
            <a:ext cx="3514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年出貨以數億副計;銷售額與出貨成長動能集中於無線品類。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8160" y="160020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9600" y="178308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60%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37888" y="288036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TWS 佔總出貨量比例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6448" y="4069080"/>
            <a:ext cx="3514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年出貨約 3 億副量級;TWS 是量與額的雙重主宰。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3400" y="160020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4840" y="178308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~1/4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63128" y="288036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Apple 於 TWS 市佔(且拿走大部分利潤)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71688" y="4069080"/>
            <a:ext cx="3514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其後為 Samsung、小米、boAt(印度);前五名外是極長的長尾。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576072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區域:北美重 ANC 通勤;日本有器材店文化;中國有供應鏈+Chi-Fi;印度是入門 TWS 成長引擎。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第1講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市場結構:規模與量值(2020 年代中期)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PRICE TIERS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價格帶金字塔:不同價格帶是不同的產業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3566160"/>
                <a:gridCol w="4251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價格帶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區間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主導者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競爭邏輯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入門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 US$50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白牌、boAt、小米、KZ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量最大;供應鏈成本戰;電商演算法決定生死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主流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US$50–250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Apple、Sony、Bose、Samsung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ANC 深度、通話、生態系;行銷資本密集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發燒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US$250–2,000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Sennheiser、Focal、Audeze、旗艦 IEM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測量表現+社群口碑;評測與測量資料庫影響大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旗艦/靜電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US$2,000–60,000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Stax、Sennheiser HE-1、頂級客製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技術宣言與品牌光環;敘事意義大於營收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1201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分析要領:入門看供應鏈、主流看系統工程與行銷、發燒看調音信譽 — 用同一套策略分析全部價格帶是常見錯誤。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第1講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價格帶金字塔:不同價格帶是不同的產業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VALUE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價值鏈全圖:權力與利潤的分布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97680"/>
                <a:gridCol w="5166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環節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代表廠商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權力與利潤來源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換能器元件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Knowles、Sonion(BA);Foster/豐達、美律(動圈)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 雙寡佔有專利門檻;動圈供應鏈成熟、議價力低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晶片平台 SoC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Qualcomm、Airoha(絡達)、BES(恆玄)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整合晶片決定功能天花板;參考設計降低門檻也稀釋差異化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ODM / OEM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GoerTek 歌爾、Luxshare 立訊、美律、Primax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聲學組裝良率是核心 know-how;Apple 供應鏈規模外溢全行業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品牌商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Apple、Sony、Bose、Sennheiser、Samsung…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調音、韌體、通路、品牌敘事;硬體毛利+生態系鎖定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 / 媒體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電商、專門店、Rtings、Squig.link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測量公開化削弱資訊不對稱 — 行銷語言被迫改寫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第1講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價值鏈全圖:權力與利潤的分布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TRUTH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的殘酷真相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8308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數美元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12648" y="288036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主流無線耳機中「換能器」的 BOM 佔比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4069080"/>
            <a:ext cx="3514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一顆優秀動圈單體的出廠價可能不到一杯咖啡。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8160" y="160020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9600" y="178308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SoC+電池+麥克風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37888" y="288036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的真正重心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6448" y="4069080"/>
            <a:ext cx="3514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加上機構、CMF 與各國認證;研發重心在韌體與 App 團隊。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3400" y="160020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4840" y="1783080"/>
            <a:ext cx="336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63128" y="2880360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差異化的真正門檻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71688" y="4069080"/>
            <a:ext cx="35143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新品牌買得到大廠同級的單體與晶片;買不到系統整合、量產品質體系與品牌信任。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576072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產業第一定律:「做出好聲音」的門檻從未如此低,「做出好產品」的門檻從未如此高。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第1講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的殘酷真相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重點整理 — 帶得走的觀念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37944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耳機不是縮小的喇叭:壓力腔低頻、內含人體濾波的目標響應、個體差異為一級變數。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770632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1576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耳機史 = 五次使用情境轉移史;每次轉移都改寫規格優先序,而非只是「技術進步」。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6484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專業市場獎勵一致性(DT 48 生產 75 年),消費市場獎勵新鮮感 — 需要不同的產品組織。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4636008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5811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價格帶即產業:入門看供應鏈、主流看系統工程與行銷、發燒看調音信譽。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5568696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5568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551383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BOM 重心已從換能器移到晶片/電池/韌體;差異化門檻在系統,不在單體。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第1講 · 耳機的演變史、市場與產業結構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HOMEWORK &amp;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課後作業與下一講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課後作業 1(6%)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選擇一款你擁有的耳機,撰寫 800 字分析: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它屬於哪一次使用情境轉移的產物?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依公開資訊推測其價值鏈各環節(單體、晶片、組裝、品牌)。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它的價格帶定位與同帶三個競品之比較。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26680" y="146304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691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B6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課前閱讀(第二講)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Toole《Sound Reproduction》Ch.1–2 節選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Headphones.com 測量與頻率響應導讀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7955280" y="46177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3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下一講:聲學基礎與心理聲學 — 耳朵是喇叭的一部分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第1講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2026-07-24T01:39:59Z</dcterms:created>
  <dcterms:modified xsi:type="dcterms:W3CDTF">2026-07-24T01:39:59Z</dcterms:modified>
</cp:coreProperties>
</file>