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85800" y="2834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— 六講 × 2 小時 · 3 學分等級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32004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換能器技術與電聲系統設計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526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「力如何施加在振膜上」決定了失真、頻寬與成本。單體之外的三分之二:腔體、測量、電氣匹配與 ANC/DSP 系統。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5532120"/>
            <a:ext cx="822960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673352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平板磁性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99816" y="5532120"/>
            <a:ext cx="822960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87368" y="5532120"/>
            <a:ext cx="1481328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動鐵 BA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33288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腔體聲學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59752" y="5532120"/>
            <a:ext cx="1042416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74175" y="411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3 · 120 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LEARNING OBJECTIVES &amp;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學習目標與課堂時間配置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201400" cy="1051560"/>
          </a:xfrm>
          <a:prstGeom prst="rect">
            <a:avLst/>
          </a:prstGeom>
          <a:solidFill>
            <a:srgbClr val="EAF1FC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  </a:t>
            </a:r>
            <a:pPr indent="0" marL="0">
              <a:buNone/>
            </a:pPr>
            <a:r>
              <a:rPr lang="en-US" sz="13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能依「驅動方式→失真/頻寬/成本」因果鏈比較五大換能器;能以集中參數模型解釋腔體調音;能完成功率匹配計算;能說明混合式 ANC 的迴路與極限。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97480"/>
          <a:ext cx="11201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7269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0:00–0:35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五大換能器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動圈、平板、靜電、動鐵 BA、混合/MEMS:原理與代表產品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0:35–1:05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腔體聲學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集中參數模型、壓力腔、洩漏高通、開放 vs 密閉、IEM 導管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1:05–1:15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休息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1:15–1:35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測量與電氣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治具、核心測量集、八分之一法則、功率預算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1:35–1:55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ANC 與 DSP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前饋/回授/混合、次級路徑與 FxLMS、藍牙編解碼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1:55–2:00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作業說明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拆解分析作業之方法提示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第3講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目標與配置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DYNAMIC DRIVER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動圈:市場的 95%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20140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勞侖茲力  F = B · l · 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B:磁隙磁通密度(T)   l:線圈總長(m)   i:電流(A)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11201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解剖:振膜(球頂+懸邊)、音圈(銅/CCAW)、釹磁體、磁隙、支架調音孔;懸邊剛性+移動質量 → f₀ ≈ 60–120 Hz</a:t>
            </a:r>
            <a:endParaRPr lang="en-US" sz="132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優勢:大衝程低頻強、高靈敏度(手機直推)、成本低、單一單體覆蓋全頻、耐用</a:t>
            </a:r>
            <a:endParaRPr lang="en-US" sz="132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弱點:點驅動 → 高頻分割振動(break-up 峰);音圈質量限暫態;磁路非線性 → 低頻諧波失真</a:t>
            </a:r>
            <a:endParaRPr lang="en-US" sz="132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手段:高比模數振膜(鍍鈹/DLC/LCP)推高 break-up;CCAW 減重;後腔阻尼控 Q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第3講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動圈:市場的 95%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TRANSDUCER FAMILY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面驅動與槓桿驅動:平板、靜電、BA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72684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5448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平板磁性(面驅動)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9224" y="1938528"/>
            <a:ext cx="51800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全膜印刷線路+磁陣,力均勻分布 → 全頻低失真(THD&lt;0.1–0.5%)、阻抗平坦。代價:重(磁陣)、低靈敏度、張膜成本高。Audeze、HiFiMAN、DCA。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6231636" y="1463040"/>
            <a:ext cx="5472684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7940" y="155448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靜電(場驅動)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77940" y="1938528"/>
            <a:ext cx="51800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1–2 µm 帶電膜懸於雙定子間(Stax Pro 偏壓 580 V),移動質量接近空氣 → 極致解析。代價:專用高壓耳擴、聲壓與低頻受限、怕塵濕。Stax、HE-1、CRBN。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02920" y="4014216"/>
            <a:ext cx="5472684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4105656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動鐵 BA(槓桿驅動)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" y="4489704"/>
            <a:ext cx="51800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平衡銜鐵經驅動桿推微振膜;Knowles/Sonion 雙寡佔。極小、高效、利隔音;單顆頻寬窄 → 多單體+分音+導管阻尼;衝程小 → 低頻靠洩壓或混合動圈。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31636" y="4014216"/>
            <a:ext cx="5472684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7940" y="4105656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混合/三混與 MEMS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77940" y="4489704"/>
            <a:ext cx="51800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動圈低音+BA 中高+EST/壓電超高音 — 難點是異質單體的一致性。MEMS:矽基壓電,晶圓級一致性、相位精準 — TWS/IEM 的新分支(xMEMS)。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第3講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面驅動與槓桿驅動:平板、靜電、BA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SELECTION GUIDE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換能器選型速查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5806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優先目標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最適技術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理由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成本 + 低頻 + 易推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大衝程、高靈敏度、供應鏈成熟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最低低頻失真、平順中頻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平板磁性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面驅動消滅磁隙非線性與分割振動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極致解析、成本不計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靜電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移動質量最低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微型化、多路 IEM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動鐵 BA / 混合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一殼多顆、被動分音自由度大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晶圓級一致性、TWS 未來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MEMS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左右配對免挑選、相位精準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第3講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換能器選型速查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LUMPED ELEMENTS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集中參數模型:腔體聲學=解一個 RLC 電路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94560"/>
                <a:gridCol w="5989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聲學元件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電路類比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密閉空氣體積(順性)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電容 C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前腔、後腔、耳墊泡棉;體積越大電容越大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孔道空氣柱(質量)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電感 L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洩壓孔、調音孔、IEM 導管;越長越細電感越大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阻尼 / 洩漏(損耗)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電阻 R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調音網布(rayl 值規格)、耳墊縫隙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振膜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RLC 串聯支路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質量 L、懸邊順性 C、機械損耗 R → f₀ 共振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產業紀律:先建模型(SPICE/COMSOL/AKABAK)掃參數再開模 — 模具動輒數十萬美元。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第3講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集中參數模型:腔體聲學=解一個 RLC 電路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BASS MECHANISMS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三個決定性的低頻機制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3112" cy="3931920"/>
          </a:xfrm>
          <a:prstGeom prst="roundRect">
            <a:avLst>
              <a:gd name="adj" fmla="val 1796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壓力腔效應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9224" y="1938528"/>
            <a:ext cx="327050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密閉前腔中、第一共振以下,耳膜聲壓正比於振膜位移 → 頻率下降輸出不衰減。10 mm 單體平直重播 20 Hz 的原理 — 喇叭學不來的耳機特權。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322064" y="1463040"/>
            <a:ext cx="3563112" cy="3931920"/>
          </a:xfrm>
          <a:prstGeom prst="roundRect">
            <a:avLst>
              <a:gd name="adj" fmla="val 1796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8368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洩漏 = 高通濾波器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68368" y="1938528"/>
            <a:ext cx="327050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縫隙(L+R)與前腔(C)構成高通;幾 mm² 縫隙即削去 100 Hz 數 dB(戴眼鏡低頻變少)。產品必須選邊:耐洩漏(預開孔+DSP 補償)或依賴密封(低頻最大化)。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141208" y="1463040"/>
            <a:ext cx="3563112" cy="3931920"/>
          </a:xfrm>
          <a:prstGeom prst="roundRect">
            <a:avLst>
              <a:gd name="adj" fmla="val 1796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7512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後腔/後孔 = 阻尼與 Q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87512" y="1938528"/>
            <a:ext cx="327050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後腔電容+後孔電感決定 f₀ 附近 Q 值;阻尼網(電阻)壓平共振峰。開放式=後腔無限大+零反射 → 平滑但失去壓力腔,低頻靠大振膜面積補。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02920" y="589788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IEM 特論:耳塞至耳膜半波共振 ~7–9 kHz 隨插入深度移動;前洩壓孔解堵耳,後調音孔塑低頻;耳墊即調音件 — 換墊=換耳機。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第3講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三個決定性的低頻機制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MEASUREMENT RIGS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測量體系:治具與核心測量集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931920"/>
                <a:gridCol w="4800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治具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本質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適用與限制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IEC 60318-4「711」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模擬堵塞耳道聲阻抗的標準腔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IEM 數十年標準;~8 kHz 以上有治具假影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GRAS 43AG / KEMAR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耳頰模擬器 / 含耳廓頭軀模擬人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耳罩式與 ANC 測試主力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B&amp;K 5128 HATS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解剖學正確耳道阻抗,有效至 20 kHz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研究級新標準 → 催生第三代目標曲線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核心測量集:頻響與左右配對、THD 對頻率與聲壓、阻抗/相位、靈敏度、隔音與外洩、CSD、群延遲(&gt;20 ms 影音不同步);產線 100% 掃頻異音檢測。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第3講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測量體系:治具與核心測量集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 BUDGET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電氣匹配:八分之一法則與功率預算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20140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法則:Z_out ≤ Z_hp(min) / 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10^((SPL目標 − 靈敏度dB/mW) / 10) mW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11201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 1:靈敏度 100 dB/mW、目標峰值 110 dB → 10 mW(手機即可)</a:t>
            </a:r>
            <a:endParaRPr lang="en-US" sz="132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 2:平板 83 dB/mW、同目標 → ~500 mW(需桌上型耳擴)— 「需要耳擴」的唯一科學定義</a:t>
            </a:r>
            <a:endParaRPr lang="en-US" sz="132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多路 BA IEM 阻抗 8–60 Ω 擺動 → 訊源輸出阻抗需 ≤1 Ω,否則音色隨訊源改變</a:t>
            </a:r>
            <a:endParaRPr lang="en-US" sz="132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2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線材可測效應=電阻(+極端下電容);平衡驅動=加倍擺幅+消共地串音,非天生更好聽;現代 DAC 晶片已超越換能器極限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第3講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電氣匹配:八分之一法則與功率預算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ANC TOPOLOGY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ANC 三拓撲與物理極限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6720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拓撲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麥克風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特性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前饋 FF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外側,先聽到噪音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「預測式」抵銷;主要 &lt;1 kHz 有效;預測錯誤=加噪;怕風噪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回授 FB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內側,聽耳內殘餘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頻寬較廣、自動修正配戴差異;迴路穩定性(嘯叫)是經典控制問題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混合 Hybrid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內外兼備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旗艦標配;100–300 Hz 達 30–45 dB;成本=兩組好麥克風+強 DSP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次級路徑(單體→耳膜)隨每次配戴改變 → FxLMS 自適應追蹤;波長極限:ANC 僅 ~1–2 kHz 以下有效,總衰減=被動+主動。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第3講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ANC 三拓撲與物理極限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DSP &amp; BLUETOOTH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DSP 堆疊與藍牙鏈路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DSP 功能堆疊(由下而上)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6035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出廠調音 EQ → 使用者 PEQ → 心理聲學低音 → 動態響度補償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配戴自適應:回授麥克風實測入耳響應、自動補低頻(Apple/Bose/Sony)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空間音訊:IMU 頭部追蹤 + 個人化 HRTF(手機掃耳)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聽力個人化(聽力圖增益,OTC 助聽監管)+ 通話(波束成形+骨導+AI 降噪)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12280" y="1444752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22592" y="16276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藍牙編解碼與延遲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22592" y="2066544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SBC(基準)→ AAC(Apple)→ aptX / LDAC(至 990 kbps)→ LE Audio LC3(同碼率更佳、Auracast 廣播)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延遲:SBC/AAC ~150–250 ms;遊戲模式/LC3 ~40–80 ms;真正口型同步需 2.4 GHz 私有協定(&lt;20 ms)。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502920" y="585216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討論:為什麼「通透模式做得自然」比「降噪做得深」更難?(次級路徑、堵耳、自體聲音)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第3講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DSP 堆疊與藍牙鏈路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重點整理 — 帶得走的觀念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37944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驅動方式決定命運:點驅動→分割振動;面驅動→低失真但低靈敏度/高成本;槓桿驅動→微型但窄頻寬。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770632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1576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集中參數模型:腔體=電容、孔道=電感、阻尼=電阻 — 低頻調音就是解一個 RLC 電路。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6484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壓力腔效應是耳機低頻的特權;洩漏是天敵;產品必須在「耐洩漏」與「依賴密封」間選邊。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4636008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5811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八分之一法則與功率預算計算,是「需不需要耳擴」的唯一科學答案。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5568696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5568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551383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ANC 本質是自適應控制(次級路徑追蹤),物理極限在 1–2 kHz;總衰減=被動+主動。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第3講 · 換能器技術與電聲系統設計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HOMEWORK &amp;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課後作業與下一講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課後作業 3(6%)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取得一副廢棄耳機(或觀看指定拆解影片):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繪製其聲學系統圖:標注前/後腔、洩壓孔、阻尼位置與單體形式。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以集中參數語言推論每一元素的調音意圖。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交付:800 字 + 標注圖。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26680" y="146304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691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B6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課前閱讀(第四講)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3D 人體計測與耳機舒適度研究節選(Springer)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CMF 設計方法導讀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7955280" y="46177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3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下一講:工業設計、人因、材料與結構 — 夾在頭上的工程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第3講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2026-07-24T01:39:59Z</dcterms:created>
  <dcterms:modified xsi:type="dcterms:W3CDTF">2026-07-24T01:39:59Z</dcterms:modified>
</cp:coreProperties>
</file>