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685800" y="2834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— 六講 × 2 小時 · 3 學分等級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320040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品牌研究、市場策略與未來趨勢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45262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品牌是被聽見的:深讀九個品牌的策略基因,交付三件策略工具,面向未來十年 — 並發布期末專題。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5532120"/>
            <a:ext cx="1261872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品牌研究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112264" y="5532120"/>
            <a:ext cx="1261872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定位地圖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538728" y="5532120"/>
            <a:ext cx="1261872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產品組合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65192" y="5532120"/>
            <a:ext cx="1042416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併購史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72200" y="5532120"/>
            <a:ext cx="1700784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Chi-Fi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37576" y="5532120"/>
            <a:ext cx="1261872" cy="402336"/>
          </a:xfrm>
          <a:prstGeom prst="rect">
            <a:avLst/>
          </a:prstGeom>
          <a:solidFill>
            <a:srgbClr val="27306E"/>
          </a:solidFill>
          <a:ln w="9525">
            <a:solidFill>
              <a:srgbClr val="5A6B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未來趨勢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74175" y="411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6 · 120 min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LEARNING OBJECTIVES &amp; 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學習目標與課堂時間配置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201400" cy="1051560"/>
          </a:xfrm>
          <a:prstGeom prst="rect">
            <a:avLst/>
          </a:prstGeom>
          <a:solidFill>
            <a:srgbClr val="EAF1FC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學習目標  </a:t>
            </a:r>
            <a:pPr indent="0" marL="0">
              <a:buNone/>
            </a:pPr>
            <a:r>
              <a:rPr lang="en-US" sz="13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能為任一品牌寫出「策略基因卡」;能繪製三軸定位地圖並辨識空白定位;能評述併購對品牌資產的影響;能把趨勢判斷轉譯為期末專題的設計依據。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97480"/>
          <a:ext cx="11201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7269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單元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0:00–0:40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品牌研究 I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德奧系(Sennheiser、Beyerdynamic、AKG)與日系(Sony、鐵三角、Stax)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0:40–1:05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品牌研究 II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美系(Bose、Grado)、法系(Focal)、Apple/Beats、Chi-Fi 新勢力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1:05–1:15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休息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1:15–1:35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策略工具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三軸定位地圖、產品組合金字塔、測量公開化的行銷效應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1:35–1:50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未來趨勢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MEMS、LE Audio、空間音訊、聽力健康、AI、永續法規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06F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1:50–2:00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期末專題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題目、交付物、評分基準、時程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第6講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目標與配置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BRANDS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德奧系:工程信譽的三種命運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01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480560"/>
                <a:gridCol w="4983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品牌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源起與哲學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關鍵事件與教訓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Sennheiser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1945 德國;開放式傳統(HD 414→HD 800)、暖中性、「實驗室」形象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2021 消費事業售予 Sonova(助聽龍頭),自留專業線 — 理性撤退+預告「耳機×聽力健康」整併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Beyerdynamic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1924;現存最老耳機廠;錄音室工具主義、特斯拉磁路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2023 售予中國佳禾智能(Cosonic)— 代工廠反向收購百年品牌:價值鏈權力的活教材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AKG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1947 維也納;擴散場學派、開放通透(K501/K701)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1994 入 Harman、2017 隨 Harman 併入 Samsung,總部關閉 — 品牌「去實體化」存續於三星生態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第6講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德奧系:工程信譽的三種命運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BRANDS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日系:垂直整合與工藝敘事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01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480560"/>
                <a:gridCol w="4983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品牌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源起與哲學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關鍵事件與教訓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Sony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1946;雙軌:錄音室標準(CD900ST)× 消費旗艦(WH-1000X);垂直整合(自製單體、晶片、DSP)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Walkman 與 WH-1000X 兩度定義隨身聆聽;LDAC 開放授權 — 用「技術標準」擴張影響力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Audio-Technica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1962 東京;唱頭工藝起家;「音色美學」與木殼工藝線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中型企業以工藝敘事守住溢價的範本;木殼限量敘事=「材料=故事」的極致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Stax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1938/1959;靜電專門、封閉技術體系(Pro 偏壓)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2011 售予漫步者(Edifier)— 被保留的收購:與 AKG(被標籤化)形成對照組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第6講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日系:垂直整合與工藝敘事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BRANDS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美系、法系與 Apple/Beats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201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023360"/>
                <a:gridCol w="5440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品牌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源起與哲學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關鍵事件與教訓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Bose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1964 MIT;心理聲學應用優先、體驗式行銷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 ANC 創造品類並壟斷「安靜」心智;面對夾擊轉向開放耳夾 — 品類開創者的中年危機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Apple / Beats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2014 收購(30 億美元);雙品牌組合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AirPods=生態系「預設選項」;Beats=文化/運動「主動選擇」且支援 Android — 覆蓋不同心智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Grado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1953 布魯克林;家族三代、手工木殼、拒絕無線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「反潮流」本身即定位;固定復古造型=零模具攤提+永不過時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Focal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1979 法國;喇叭單體工藝移植(鈹振膜)、精品通路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C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Utopia(2016,US$4,000)確立「耳機界超跑」— 高價本身是行銷工程(錨定效應)</a:t>
                      </a:r>
                      <a:endParaRPr lang="en-US" sz="118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第6講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美系、法系與 Apple/Beats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CHI-FI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Chi-Fi 新勢力:資訊透明的權力轉移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447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策略基因(水月雨、7Hz、KZ、FiiO…)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6035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以公開測量 + Harman 目標為共同語言;極短開發週期(供應鏈近水樓台)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動漫美學包裝;US$20–200 甜蜜區飽和攻擊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測量資料庫(Squig.link)成為「新通路」:消費者先看曲線再下單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傳統品牌的入門線首當其衝 — 溢價結構被重新定價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12280" y="1444752"/>
            <a:ext cx="4892040" cy="4160520"/>
          </a:xfrm>
          <a:prstGeom prst="roundRect">
            <a:avLst>
              <a:gd name="adj" fmla="val 1758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22592" y="16276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本課敘事線的終點站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22592" y="2066544"/>
            <a:ext cx="4480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資訊透明摧毀了「調音玄學」溢價,再以「合規+性價比」重建新秩序。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測量科學(第二講)→ 市場權力(本講):一條貫穿全課程的因果鏈。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502920" y="5852160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討論:四樁併購(Sonova/Samsung/Cosonic/Edifier)哪一樁十年後最可能被評為雙贏?分析軸:品牌資產的載體是什麼(團隊/產線/名字/社群)。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第6講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Chi-Fi 新勢力:資訊透明的權力轉移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策略工具箱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3112" cy="3931920"/>
          </a:xfrm>
          <a:prstGeom prst="roundRect">
            <a:avLst>
              <a:gd name="adj" fmla="val 1796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5544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三軸定位地圖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9224" y="1938528"/>
            <a:ext cx="3270504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軸:聲學哲學(測量中性↔風格調音);Y 軸:價格帶;氣泡:情境依賴度。演練:12 品牌上圖找空白 — 「測量中性 × 主流價 × 通勤」長期空缺。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322064" y="1463040"/>
            <a:ext cx="3563112" cy="3931920"/>
          </a:xfrm>
          <a:prstGeom prst="roundRect">
            <a:avLst>
              <a:gd name="adj" fmla="val 1796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8368" y="15544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產品組合金字塔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68368" y="1938528"/>
            <a:ext cx="3270504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旗艦(技術宣言,允許不賺錢、不允許不驚人)→ 主力(營收引擎,三年一代)→ 入門(品牌的第一次握手)。健康判準:旗艦技術以 2–3 年節奏下放。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8141208" y="1463040"/>
            <a:ext cx="3563112" cy="3931920"/>
          </a:xfrm>
          <a:prstGeom prst="roundRect">
            <a:avLst>
              <a:gd name="adj" fmla="val 1796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7512" y="15544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測量公開化效應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87512" y="1938528"/>
            <a:ext cx="3270504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頻響人人可查 → 玄學形容詞貶值;新說服結構:「目標曲線合規」為衛生標準 + 合規之上的差異化敘事(工藝/生態/聽力健康)決定溢價。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502920" y="5897880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▍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對設計者的實務意義:調音不再是祕密,系統體驗才是 — 呼應第一講的 BOM 論證。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第6講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策略工具箱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FUTURE TRENDS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六大趨勢:期末專題的設計依據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3112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5544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MEMS 換能器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9224" y="1938528"/>
            <a:ext cx="327050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晶圓級一致性(配對免挑選)、相位精準;先攻 TWS 高音 — 若成真,「單體配對成本」一節將被改寫。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4322064" y="1463040"/>
            <a:ext cx="3563112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8368" y="15544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 Audio / Auracast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68368" y="1938528"/>
            <a:ext cx="327050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LC3 同碼率更佳品質+廣播音訊:機場、教室、劇院的公共聲音頻道 — 聆聽基礎設施化。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8141208" y="1463040"/>
            <a:ext cx="3563112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7512" y="155448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空間音訊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87512" y="1938528"/>
            <a:ext cx="327050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個人化 HRTF(手機掃耳)+ 頭部追蹤;播放端目標曲線理論需重寫 — 學術與產品同時在動。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502920" y="4014216"/>
            <a:ext cx="3563112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4105656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聽力健康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" y="4489704"/>
            <a:ext cx="327050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OTC 助聽法規(2022)+ AirPods 助聽功能:TWS 與醫療器材邊界消融;劑量監測成標配。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4322064" y="4014216"/>
            <a:ext cx="3563112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8368" y="4105656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語音層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468368" y="4489704"/>
            <a:ext cx="327050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常駐助理、選擇性聽取、即時翻譯 — 耳機成為 AI 的常駐介面:第六次情境轉移最有力候選。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8141208" y="4014216"/>
            <a:ext cx="3563112" cy="2295144"/>
          </a:xfrm>
          <a:prstGeom prst="roundRect">
            <a:avLst>
              <a:gd name="adj" fmla="val 278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7512" y="4105656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永續合規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87512" y="4489704"/>
            <a:ext cx="3270504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歐盟電池法+維修權:可換電池從賣點變入場券;生命週期碳足跡進入採購規格。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第6講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六大趨勢:期末專題的設計依據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FINAL PROJECT · 40%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期末專題:耳機概念設計與品牌定位提案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447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交付物(五件,必須互相解釋)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6035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市場與定位(3–4 頁):人物誌、價格帶、定位地圖、品牌敘事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聲學規格書(3–4 頁):目標曲線論證、換能器架構、腔體策略、預期測量規格表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工業設計(3–4 頁):草圖/渲染、人因規格(夾持力/重量/墊圈)、CMF 板、關鍵機構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設計傳承論證(1–2 頁):DNA 源自哪些經典、修正了什麼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口頭簡報:8 分鐘 + 4 分鐘答辯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12280" y="1444752"/>
            <a:ext cx="4892040" cy="4709160"/>
          </a:xfrm>
          <a:prstGeom prst="roundRect">
            <a:avLst>
              <a:gd name="adj" fmla="val 1553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22592" y="16276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評分基準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22592" y="2066544"/>
            <a:ext cx="4480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論證一致性 40%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專業深度 30%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原創性 20%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表達品質 10%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鐵律:目標曲線要能由人物誌推出、CMF 要能由品牌敘事推出 — 這門課教的是「讓決策彼此咬合」。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第6講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期末專題:耳機概念設計與品牌定位提案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B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重點整理 — 帶得走的觀念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37944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37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品牌基因卡四要素:源起/哲學/關鍵事件/護城河 — 護城河永遠要追問「載體是什麼」。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770632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71576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四樁併購、四種命運:被分軌(Sennheiser)、被標籤化(AKG)、被反向收購(Beyerdynamic)、被保留(Stax)。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64845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定位地圖找空白、組合金字塔查健康 — 兩件工具足以完成八成的品牌分析。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4636008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636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581144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測量公開化把調音變成衛生標準;溢價遷移至系統體驗與意義 — Chi-Fi 是這場權力轉移的具象化。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94360" y="5568696"/>
            <a:ext cx="502920" cy="502920"/>
          </a:xfrm>
          <a:prstGeom prst="ellipse">
            <a:avLst/>
          </a:prstGeom>
          <a:solidFill>
            <a:srgbClr val="F7B64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5568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551383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「AI 常駐介面 × 聽力健康」是第六次情境轉移的最有力候選 — 期末專題應對此表態。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第6講 · 品牌研究、市場策略與未來趨勢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HOMEWORK &amp;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課後作業與下一講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EAF1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6F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課後作業 5(6%),三選一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(a) 繪製含 12 品牌之三軸定位地圖,以 500 字論證一個空白定位。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(b) 以 800 字評述一樁耳機產業併購案之品牌後果。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(c) 分析 Chi-Fi 測量透明化對某一傳統品牌定價策略的衝擊(800 字)。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26680" y="1463040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16916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B6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期末時程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0" y="214884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兩週後:期中報告繳交(第五講)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四週後:期末專題簡報與答辯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7955280" y="461772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30" b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課程結語:讓決策彼此咬合 — 這門課教的從來不只是耳機。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耳機設計專論 Advanced Headphone Design · 第6講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62895" y="64739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2026-07-24T01:39:59Z</dcterms:created>
  <dcterms:modified xsi:type="dcterms:W3CDTF">2026-07-24T01:39:59Z</dcterms:modified>
</cp:coreProperties>
</file>